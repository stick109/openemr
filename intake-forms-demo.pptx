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04320" y="0"/>
            <a:ext cx="45720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Forms Feature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Demo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paper intake forms. Auto-ingest into OpenEMR.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6217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|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Front-desk staff scan paper intake forms.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ingest them automatically into the right OpenEMR tables, with no manual data entry.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685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in, structured records out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intake form types covered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Strict-schema OpenAI extraction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Encounter-scoped upload UI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Patient-scoped writes for demographics + consent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1828800"/>
            <a:ext cx="3291840" cy="411480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1828800"/>
            <a:ext cx="32918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shipped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0" y="23774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600" dirty="0"/>
          </a:p>
        </p:txBody>
      </p:sp>
      <p:sp>
        <p:nvSpPr>
          <p:cNvPr id="12" name="Text 10"/>
          <p:cNvSpPr/>
          <p:nvPr/>
        </p:nvSpPr>
        <p:spPr>
          <a:xfrm>
            <a:off x="8412480" y="3840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tests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0" y="4160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0 skipped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412480" y="4617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assertions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5120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on master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5440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  |  Intake Forms MVP  |  May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611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73152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9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generate-intake-form.ps1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611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920240"/>
            <a:ext cx="73152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029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 Form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 Intake Form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920240"/>
            <a:ext cx="3611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920240"/>
            <a:ext cx="73152" cy="960120"/>
          </a:xfrm>
          <a:prstGeom prst="rect">
            <a:avLst/>
          </a:prstGeom>
          <a:solidFill>
            <a:srgbClr val="01616E"/>
          </a:solidFill>
          <a:ln w="12700">
            <a:solidFill>
              <a:srgbClr val="0161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029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Service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20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IntakeFormIngestService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3611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200400"/>
            <a:ext cx="73152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3101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Files API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gpt-4o-mini  |  Structured Outputs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34840" y="3200400"/>
            <a:ext cx="3611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3200400"/>
            <a:ext cx="73152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3101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6344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 validation + threshold gate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3200400"/>
            <a:ext cx="3611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200400"/>
            <a:ext cx="73152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33101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5820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Type-routed write path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572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to: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468880" y="4572000"/>
            <a:ext cx="3108960" cy="502920"/>
          </a:xfrm>
          <a:prstGeom prst="rect">
            <a:avLst/>
          </a:prstGeom>
          <a:solidFill>
            <a:srgbClr val="0F2433"/>
          </a:solidFill>
          <a:ln w="12700">
            <a:solidFill>
              <a:srgbClr val="0F24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4572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patient_data + insurance_data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15000" y="4572000"/>
            <a:ext cx="3108960" cy="502920"/>
          </a:xfrm>
          <a:prstGeom prst="rect">
            <a:avLst/>
          </a:prstGeom>
          <a:solidFill>
            <a:srgbClr val="0F2433"/>
          </a:solidFill>
          <a:ln w="12700">
            <a:solidFill>
              <a:srgbClr val="0F24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4572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questionnaire_response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61120" y="4572000"/>
            <a:ext cx="3108960" cy="502920"/>
          </a:xfrm>
          <a:prstGeom prst="rect">
            <a:avLst/>
          </a:prstGeom>
          <a:solidFill>
            <a:srgbClr val="0F2433"/>
          </a:solidFill>
          <a:ln w="12700">
            <a:solidFill>
              <a:srgbClr val="0F24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0" y="4572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  |  Intake Forms MVP  |  May 2026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PIECES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built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94960" cy="128016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2024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37360" y="18745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generator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2331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generate-intake-form.ps1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394960" cy="128016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92024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406640" y="18745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 menu entry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06640" y="2331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  |  Administrative dropdown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5394960" cy="128016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42900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737360" y="33832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form (PHP)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37360" y="38404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interface/forms/upload_intake_form/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154680"/>
            <a:ext cx="5394960" cy="128016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342900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406640" y="33832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service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06640" y="38404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src/Services/Intake/IntakeFormIngestService.php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663440"/>
            <a:ext cx="5394960" cy="128016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493776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937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737360" y="48920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client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737360" y="53492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src/Services/Intake/OpenAi/OpenAIClient.php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4663440"/>
            <a:ext cx="5394960" cy="128016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7960" y="493776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4937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406640" y="48920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+ tests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406640" y="53492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db/Migrations/Version20260504000001.php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  |  Intake Forms MVP  |  May 2026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intake form types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926080" cy="502920"/>
          </a:xfrm>
          <a:prstGeom prst="rect">
            <a:avLst/>
          </a:prstGeom>
          <a:solidFill>
            <a:srgbClr val="01616E"/>
          </a:solidFill>
          <a:ln w="12700">
            <a:solidFill>
              <a:srgbClr val="0161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type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1783080"/>
            <a:ext cx="4114800" cy="502920"/>
          </a:xfrm>
          <a:prstGeom prst="rect">
            <a:avLst/>
          </a:prstGeom>
          <a:solidFill>
            <a:srgbClr val="01616E"/>
          </a:solidFill>
          <a:ln w="12700">
            <a:solidFill>
              <a:srgbClr val="0161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783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target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80960" y="1783080"/>
            <a:ext cx="4023360" cy="502920"/>
          </a:xfrm>
          <a:prstGeom prst="rect">
            <a:avLst/>
          </a:prstGeom>
          <a:solidFill>
            <a:srgbClr val="01616E"/>
          </a:solidFill>
          <a:ln w="12700">
            <a:solidFill>
              <a:srgbClr val="0161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783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 tables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29260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28600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2286000"/>
            <a:ext cx="4023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286000"/>
            <a:ext cx="10972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28600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49040" y="228600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DOB, address, phone, insurance carrier + member ID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63840" y="228600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61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patient_data + insurance_data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2926080" cy="1234440"/>
          </a:xfrm>
          <a:prstGeom prst="rect">
            <a:avLst/>
          </a:prstGeom>
          <a:solidFill>
            <a:srgbClr val="F1F5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3520440"/>
            <a:ext cx="4114800" cy="1234440"/>
          </a:xfrm>
          <a:prstGeom prst="rect">
            <a:avLst/>
          </a:prstGeom>
          <a:solidFill>
            <a:srgbClr val="F1F5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3520440"/>
            <a:ext cx="4023360" cy="1234440"/>
          </a:xfrm>
          <a:prstGeom prst="rect">
            <a:avLst/>
          </a:prstGeom>
          <a:solidFill>
            <a:srgbClr val="F1F5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520440"/>
            <a:ext cx="109728" cy="1234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52044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History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49040" y="352044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Conditions, surgeries, meds, allergies, family + social history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0" y="352044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61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questionnaire_response  |  form_questionnaire_assessments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754880"/>
            <a:ext cx="29260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6160" y="475488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0" y="4754880"/>
            <a:ext cx="4023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754880"/>
            <a:ext cx="109728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75488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49040" y="475488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name + signature date (boilerplate body)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63840" y="475488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61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 (Consents category)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OpenEMR write paths from one upload UI.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  |  Intake Forms MVP  |  May 2026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 |  PART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synthetic PDFs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858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generator script targeting the existing dev stack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OpenAI Structured Outputs for realistic form content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HTML through the openemr container's bundled mPDF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saved to disk only, not inserted into OpenEMR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FormType values: Demographics, MedicalHistory, Consent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0" y="1828800"/>
            <a:ext cx="3291840" cy="411480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1828800"/>
            <a:ext cx="109728" cy="4114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5820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contract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58200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INITIALS, AGE, SEX leave the host.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58200" y="3291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contract as generate-lab-pdf.ps1.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58200" y="4023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 sent: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name, DOB, address,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phone, SSN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  |  Intake Forms MVP  |  May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 |  PART 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1: how to run 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0F2433"/>
          </a:solidFill>
          <a:ln w="12700">
            <a:solidFill>
              <a:srgbClr val="0F24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10972800" cy="2468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48840"/>
            <a:ext cx="109728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3172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pwsh -File generate-intake-form.ps1 -PatientId 1 -FormType Consent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pwsh -File generate-intake-form.ps1 -PatientId 1 -FormType Demographics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pwsh -File generate-intake-form.ps1 -PatientId 1 -FormType MedicalHistory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4846320"/>
            <a:ext cx="109728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937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audience sees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PDFs in </a:t>
            </a:r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intake-forms/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opens immediately in any PDF reader.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  |  Intake Forms MVP  |  May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 |  PART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Uploading inside OpenEMR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400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encounter-form pattern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Administrative dropdown of the encounter navbar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dropdown: Auto-detect, Demographics, Medical History, Consent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 on POST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gated to admin and super roles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80960" y="1783080"/>
            <a:ext cx="3840480" cy="429768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Intake 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818120" y="2331720"/>
            <a:ext cx="356616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18120" y="2788920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2788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file...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1812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type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8120" y="3703320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018520" y="3703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18120" y="5212080"/>
            <a:ext cx="35661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5212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  |  Intake Forms MVP  |  May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 |  PART 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2: click path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417320" y="1828800"/>
            <a:ext cx="10195560" cy="594360"/>
          </a:xfrm>
          <a:prstGeom prst="rect">
            <a:avLst/>
          </a:prstGeom>
          <a:solidFill>
            <a:srgbClr val="F1F5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828800"/>
            <a:ext cx="9921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https://localhost:9300/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17320" y="2560320"/>
            <a:ext cx="10195560" cy="594360"/>
          </a:xfrm>
          <a:prstGeom prst="rect">
            <a:avLst/>
          </a:prstGeom>
          <a:solidFill>
            <a:srgbClr val="F1F5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2560320"/>
            <a:ext cx="9921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admin / pass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17320" y="3291840"/>
            <a:ext cx="10195560" cy="594360"/>
          </a:xfrm>
          <a:prstGeom prst="rect">
            <a:avLst/>
          </a:prstGeom>
          <a:solidFill>
            <a:srgbClr val="F1F5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3291840"/>
            <a:ext cx="9921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patient pid 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417320" y="4023360"/>
            <a:ext cx="10195560" cy="594360"/>
          </a:xfrm>
          <a:prstGeom prst="rect">
            <a:avLst/>
          </a:prstGeom>
          <a:solidFill>
            <a:srgbClr val="F1F5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0200" y="4023360"/>
            <a:ext cx="9921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into a current encounter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475488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417320" y="4754880"/>
            <a:ext cx="10195560" cy="594360"/>
          </a:xfrm>
          <a:prstGeom prst="rect">
            <a:avLst/>
          </a:prstGeom>
          <a:solidFill>
            <a:srgbClr val="F1F5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4754880"/>
            <a:ext cx="9921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dropdown -&gt; Upload Intake Form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48640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486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417320" y="5486400"/>
            <a:ext cx="10195560" cy="594360"/>
          </a:xfrm>
          <a:prstGeom prst="rect">
            <a:avLst/>
          </a:prstGeom>
          <a:solidFill>
            <a:srgbClr val="F1F5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5486400"/>
            <a:ext cx="9921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PDF, choose type, submit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  |  Intake Forms MVP  |  May 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 |  PART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ingestion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21792" y="2011680"/>
            <a:ext cx="2606040" cy="219456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011680"/>
            <a:ext cx="26060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94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04672" y="2697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3200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magic bytes, 10 MB cap, ACL, CSRF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27832" y="28803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392424" y="2011680"/>
            <a:ext cx="2606040" cy="219456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92424" y="2011680"/>
            <a:ext cx="26060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5304" y="2194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75304" y="2697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75304" y="3200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returns type + confidence (&gt;= 0.7)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98464" y="28803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163056" y="2011680"/>
            <a:ext cx="2606040" cy="219456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2011680"/>
            <a:ext cx="26060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5936" y="2194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45936" y="2697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45936" y="3200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json_schema per form type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69096" y="28803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933688" y="2011680"/>
            <a:ext cx="2606040" cy="219456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33688" y="2011680"/>
            <a:ext cx="26060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16568" y="2194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116568" y="2697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16568" y="3200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Type-routed write into OpenEMR tables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572000"/>
            <a:ext cx="10972800" cy="1280160"/>
          </a:xfrm>
          <a:prstGeom prst="rect">
            <a:avLst/>
          </a:prstGeom>
          <a:solidFill>
            <a:srgbClr val="0F2433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5074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Demographics -&gt; patient_data + insurance_data    |    MedicalHistory -&gt; questionnaire_response    |    Consent -&gt; documents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  |  Intake Forms MVP  |  May 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 |  PART 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3: SQL verifications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http://localhost:8310/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phpMyAdmin in the dev stack.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72800" cy="4206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48840"/>
            <a:ext cx="109728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3172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pid, fname, lname, street, city, state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patient_data WHERE pid = 1;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insurance_data WHERE pid = 1;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encounter, response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questionnaire_response ORDER BY id DESC LIMIT 1;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form_questionnaire_assessments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 BY id DESC LIMIT 1;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name, mimetype FROM documents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foreign_id = 1 ORDER BY id DESC LIMIT 1;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form_upload_intake_form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 BY id DESC LIMIT 5;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  |  Intake Forms MVP  |  May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4  |  PART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383280" cy="201168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33832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TESTS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383280" cy="201168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783080"/>
            <a:ext cx="33832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57200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helpers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383280" cy="201168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783080"/>
            <a:ext cx="33832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2104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832104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gaps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10972800" cy="201168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covered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47091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prompt construction (IntakeFormClassifierPromptTest)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schema validator for each form type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QuestionnaireResponse builder with no DB dependency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  |  Intake Forms MVP  |  May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4  |  PART 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4: how to run tests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0F2433"/>
          </a:solidFill>
          <a:ln w="12700">
            <a:solidFill>
              <a:srgbClr val="0F24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1097280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48840"/>
            <a:ext cx="109728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3172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only if 'Cannot redeclare function' appears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dump-autoload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phpunit-isolated -- --filter IntakeForm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phpunit-isolated -- --filter QuestionnaireResponse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10972800" cy="150876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4709160"/>
            <a:ext cx="109728" cy="1508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800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5166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(32 tests, 95 assertions)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(11 tests, 65 assertions)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  |  Intake Forms MVP  |  May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multi-agent development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2606040" cy="146304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28800"/>
            <a:ext cx="10972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ps1 + helpers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06040" cy="146304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828800"/>
            <a:ext cx="10972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UI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2788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interface/forms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828800"/>
            <a:ext cx="2606040" cy="146304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828800"/>
            <a:ext cx="10972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core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2788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Services/Intake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1828800"/>
            <a:ext cx="2606040" cy="146304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1828800"/>
            <a:ext cx="10972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3544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+ migration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35440" y="2788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Isolated + DB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2160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3840480" y="4023360"/>
            <a:ext cx="4480560" cy="1188720"/>
          </a:xfrm>
          <a:prstGeom prst="rect">
            <a:avLst/>
          </a:prstGeom>
          <a:solidFill>
            <a:srgbClr val="0F2433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4160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23360" y="4526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agent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023360" y="4937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4 cross-agent defects across worktrees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agents worked in isolated git worktrees in parallel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merged sequentially into master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fifth pass reconciled drift before MVP demo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  |  Intake Forms MVP  |  May 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STRETCH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not in MVP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72800" cy="128016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109728" cy="1280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9339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Click-to-source bbox overlay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PDF page rendering with field-level bounding boxes. Lands in Week 2.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10972800" cy="128016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383280"/>
            <a:ext cx="109728" cy="1280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54787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Cypress E2E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977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browser test for the upload flow. Isolated unit tests cover the core today.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937760"/>
            <a:ext cx="109728" cy="1280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510235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supervisor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supervisor + workers + RAG corpus. Built as a separate Python service in Week 2.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  |  Intake Forms MVP  |  May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for tonight's demo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40680" cy="187452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544068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OPENAI_API_KEY required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and ingest service both call OpenAI. Set env var or .env before demoing.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440680" cy="187452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737360"/>
            <a:ext cx="544068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949440" y="1920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stack must be running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51460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 + mysql containers. docker compose up --detach --wait inside docker/development-easy.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440680" cy="187452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840480"/>
            <a:ext cx="544068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80160" y="4023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insurance_companies must be seeded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dispatcher pulls the carrier enum from this table; empty -&gt; fallback path.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840480"/>
            <a:ext cx="5440680" cy="1874520"/>
          </a:xfrm>
          <a:prstGeom prst="rect">
            <a:avLst/>
          </a:prstGeom>
          <a:solidFill>
            <a:srgbClr val="F1F5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840480"/>
            <a:ext cx="544068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49440" y="4023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must be applied first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461772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Version20260504000001 creates form_upload_intake_form and inserts the registry row.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  |  Intake Forms MVP  |  May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04320" y="0"/>
            <a:ext cx="45720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058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snapshot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25780" y="3200400"/>
            <a:ext cx="2606040" cy="1828800"/>
          </a:xfrm>
          <a:prstGeom prst="rect">
            <a:avLst/>
          </a:prstGeom>
          <a:solidFill>
            <a:srgbClr val="1B32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5780" y="3200400"/>
            <a:ext cx="260604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" y="3657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08660" y="4389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on master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60420" y="3200400"/>
            <a:ext cx="2606040" cy="1828800"/>
          </a:xfrm>
          <a:prstGeom prst="rect">
            <a:avLst/>
          </a:prstGeom>
          <a:solidFill>
            <a:srgbClr val="1B32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60420" y="3200400"/>
            <a:ext cx="260604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3657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43300" y="4389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GitLab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5060" y="3200400"/>
            <a:ext cx="2606040" cy="1828800"/>
          </a:xfrm>
          <a:prstGeom prst="rect">
            <a:avLst/>
          </a:prstGeom>
          <a:solidFill>
            <a:srgbClr val="1B32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5060" y="3200400"/>
            <a:ext cx="260604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7940" y="3657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77940" y="4389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43 tests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29700" y="3200400"/>
            <a:ext cx="2606040" cy="1828800"/>
          </a:xfrm>
          <a:prstGeom prst="rect">
            <a:avLst/>
          </a:prstGeom>
          <a:solidFill>
            <a:srgbClr val="1B32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29700" y="3200400"/>
            <a:ext cx="260604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12580" y="3657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212580" y="4389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on live DB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6217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time:  tonight at midnight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OpenEMR Clinical Co-Pilot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Intake Forms Feature MVP Demo</dc:title>
  <dc:subject>PptxGenJS Presentation</dc:subject>
  <dc:creator>OpenEMR</dc:creator>
  <cp:lastModifiedBy>OpenEMR</cp:lastModifiedBy>
  <cp:revision>1</cp:revision>
  <dcterms:created xsi:type="dcterms:W3CDTF">2026-05-05T19:05:05Z</dcterms:created>
  <dcterms:modified xsi:type="dcterms:W3CDTF">2026-05-05T19:05:05Z</dcterms:modified>
</cp:coreProperties>
</file>